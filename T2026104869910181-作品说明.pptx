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works_intro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works_intro_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works_intro_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杨文韬</cp:lastModifiedBy>
  <cp:revision>157</cp:revision>
  <dcterms:created xsi:type="dcterms:W3CDTF">2019-06-19T02:08:00Z</dcterms:created>
  <dcterms:modified xsi:type="dcterms:W3CDTF">2026-06-01T08:34:58Z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830DC1DFCEEF4DB7BA1123D7B0CD46A3_11</vt:lpwstr>
  </property>
</Properties>
</file>